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Different Data Models in DBMS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  <a:br/>
            <a:r>
              <a:t>Kalid.A</a:t>
            </a:r>
            <a:br/>
            <a:r>
              <a:t>Register No: 192421010</a:t>
            </a:r>
            <a:br/>
            <a:r>
              <a:t>Course: CSA0503 - DATABASE MANAGEMENT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Data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 data model shows how data is stored.</a:t>
            </a:r>
          </a:p>
          <a:p>
            <a:pPr>
              <a:defRPr sz="2200"/>
            </a:pPr>
            <a:r>
              <a:t>• It shows how data is connected.</a:t>
            </a:r>
          </a:p>
          <a:p>
            <a:pPr>
              <a:defRPr sz="2200"/>
            </a:pPr>
            <a:r>
              <a:t>• It helps organize information.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Examples:</a:t>
            </a:r>
          </a:p>
          <a:p>
            <a:pPr>
              <a:defRPr sz="2200"/>
            </a:pPr>
            <a:r>
              <a:t>• Student Database</a:t>
            </a:r>
          </a:p>
          <a:p>
            <a:pPr>
              <a:defRPr sz="2200"/>
            </a:pPr>
            <a:r>
              <a:t>• Hospital Database</a:t>
            </a:r>
          </a:p>
          <a:p>
            <a:pPr>
              <a:defRPr sz="2200"/>
            </a:pPr>
            <a:r>
              <a:t>• Banking Database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is arranged like a tree.</a:t>
            </a:r>
          </a:p>
          <a:p>
            <a:pPr>
              <a:defRPr sz="2200"/>
            </a:pPr>
            <a:r>
              <a:t>• One parent can have many children.</a:t>
            </a:r>
          </a:p>
          <a:p>
            <a:pPr>
              <a:defRPr sz="2200"/>
            </a:pPr>
            <a:r>
              <a:t>• Each child has only one parent.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Features:</a:t>
            </a:r>
          </a:p>
          <a:p>
            <a:pPr>
              <a:defRPr sz="2200"/>
            </a:pPr>
            <a:r>
              <a:t>• Tree structure</a:t>
            </a:r>
          </a:p>
          <a:p>
            <a:pPr>
              <a:defRPr sz="2200"/>
            </a:pPr>
            <a:r>
              <a:t>• One-to-Many relationship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Diagram &amp;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Company</a:t>
            </a:r>
          </a:p>
          <a:p>
            <a:pPr>
              <a:defRPr sz="2200"/>
            </a:pPr>
            <a:r>
              <a:t> ├─ HR</a:t>
            </a:r>
          </a:p>
          <a:p>
            <a:pPr>
              <a:defRPr sz="2200"/>
            </a:pPr>
            <a:r>
              <a:t> │   └─ Employee A</a:t>
            </a:r>
          </a:p>
          <a:p>
            <a:pPr>
              <a:defRPr sz="2200"/>
            </a:pPr>
            <a:r>
              <a:t> └─ IT</a:t>
            </a:r>
          </a:p>
          <a:p>
            <a:pPr>
              <a:defRPr sz="2200"/>
            </a:pPr>
            <a:r>
              <a:t>     └─ Employee B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Use Cases:</a:t>
            </a:r>
          </a:p>
          <a:p>
            <a:pPr>
              <a:defRPr sz="2200"/>
            </a:pPr>
            <a:r>
              <a:t>• Company organization</a:t>
            </a:r>
          </a:p>
          <a:p>
            <a:pPr>
              <a:defRPr sz="2200"/>
            </a:pPr>
            <a:r>
              <a:t>• Computer folders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is connected like a network.</a:t>
            </a:r>
          </a:p>
          <a:p>
            <a:pPr>
              <a:defRPr sz="2200"/>
            </a:pPr>
            <a:r>
              <a:t>• One record can have many parents.</a:t>
            </a:r>
          </a:p>
          <a:p>
            <a:pPr>
              <a:defRPr sz="2200"/>
            </a:pPr>
            <a:r>
              <a:t>• Supports Many-to-Many relationships.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Example:</a:t>
            </a:r>
          </a:p>
          <a:p>
            <a:pPr>
              <a:defRPr sz="2200"/>
            </a:pPr>
            <a:r>
              <a:t>Student 1 ↔ Course A</a:t>
            </a:r>
          </a:p>
          <a:p>
            <a:pPr>
              <a:defRPr sz="2200"/>
            </a:pPr>
            <a:r>
              <a:t>Student 1 ↔ Course B</a:t>
            </a:r>
          </a:p>
          <a:p>
            <a:pPr>
              <a:defRPr sz="2200"/>
            </a:pPr>
            <a:r>
              <a:t>Student 2 ↔ Course B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Use Cases:</a:t>
            </a:r>
          </a:p>
          <a:p>
            <a:pPr>
              <a:defRPr sz="2200"/>
            </a:pPr>
            <a:r>
              <a:t>• Airline reservation</a:t>
            </a:r>
          </a:p>
          <a:p>
            <a:pPr>
              <a:defRPr sz="2200"/>
            </a:pPr>
            <a:r>
              <a:t>• Social media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Data is stored in tables.</a:t>
            </a:r>
          </a:p>
          <a:p>
            <a:pPr>
              <a:defRPr sz="2200"/>
            </a:pPr>
            <a:r>
              <a:t>• Tables have rows and columns.</a:t>
            </a:r>
          </a:p>
          <a:p>
            <a:pPr>
              <a:defRPr sz="2200"/>
            </a:pPr>
            <a:r>
              <a:t>• Tables are connected using keys.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Example:</a:t>
            </a:r>
          </a:p>
          <a:p>
            <a:pPr>
              <a:defRPr sz="2200"/>
            </a:pPr>
            <a:r>
              <a:t>StudentID | Name | Dept</a:t>
            </a:r>
          </a:p>
          <a:p>
            <a:pPr>
              <a:defRPr sz="2200"/>
            </a:pPr>
            <a:r>
              <a:t>101 | Rahul | IT</a:t>
            </a:r>
          </a:p>
          <a:p>
            <a:pPr>
              <a:defRPr sz="2200"/>
            </a:pPr>
            <a:r>
              <a:t>102 | Priya | CSE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Hierarchical: Tree | One-to-Many | Company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Network: Graph | Many-to-Many | Airline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Relational: Tables | All relationships | Banking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Hierarchical model is best for tree data.</a:t>
            </a:r>
          </a:p>
          <a:p>
            <a:pPr>
              <a:defRPr sz="2200"/>
            </a:pPr>
            <a:r>
              <a:t>• Network model is best for connected data.</a:t>
            </a:r>
          </a:p>
          <a:p>
            <a:pPr>
              <a:defRPr sz="2200"/>
            </a:pPr>
            <a:r>
              <a:t>• Relational model is the most widely used.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